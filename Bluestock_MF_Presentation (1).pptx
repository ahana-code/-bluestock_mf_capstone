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18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59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23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1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51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6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9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9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55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453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06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874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157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245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21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1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Fund Analytics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Bluestock Fintech Capstone Project</a:t>
            </a:r>
          </a:p>
          <a:p>
            <a:r>
              <a:t>Sania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mutual funds, investor behavior, risk metrics, and build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datasets including NAV history, AUM, SIP inflows, investor transactions, holdings, and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ETL → EDA → Analytics → Dashboard →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AUM growth and AMC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 inflows and investor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CAGR, Sharpe Ratio, Sortino Ratio, Alpha, Beta, Drawdown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VaR, CVaR, Rolling Sharpe, HHI, Recommender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creenshot (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90135"/>
            <a:ext cx="6908801" cy="3452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Fund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creenshot (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98" y="2490135"/>
            <a:ext cx="6807203" cy="34449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insights from the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Any </a:t>
            </a: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125</Words>
  <Application>Microsoft Office PowerPoint</Application>
  <PresentationFormat>On-screen Show (4:3)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Mutual Fund Analytics Platform</vt:lpstr>
      <vt:lpstr>Problem &amp; Objective</vt:lpstr>
      <vt:lpstr>Data Sources</vt:lpstr>
      <vt:lpstr>Project Architecture</vt:lpstr>
      <vt:lpstr>EDA Highlights</vt:lpstr>
      <vt:lpstr>EDA Highlights</vt:lpstr>
      <vt:lpstr>Performance Analytics</vt:lpstr>
      <vt:lpstr>Advanced Analytics</vt:lpstr>
      <vt:lpstr>Dashboard - Industry Overview</vt:lpstr>
      <vt:lpstr>Dashboard - Fund Performance</vt:lpstr>
      <vt:lpstr>Key Findings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Sania Gupta</cp:lastModifiedBy>
  <cp:revision>2</cp:revision>
  <dcterms:created xsi:type="dcterms:W3CDTF">2013-01-27T09:14:16Z</dcterms:created>
  <dcterms:modified xsi:type="dcterms:W3CDTF">2026-06-12T13:05:41Z</dcterms:modified>
  <cp:category/>
</cp:coreProperties>
</file>